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3" autoAdjust="0"/>
    <p:restoredTop sz="94705" autoAdjust="0"/>
  </p:normalViewPr>
  <p:slideViewPr>
    <p:cSldViewPr snapToGrid="0" snapToObjects="1">
      <p:cViewPr>
        <p:scale>
          <a:sx n="95" d="100"/>
          <a:sy n="95" d="100"/>
        </p:scale>
        <p:origin x="-1816" y="-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862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101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52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20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31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00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493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4735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58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83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38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A2083-CB1F-BA4E-AF31-C0781A3AFCFE}" type="datetimeFigureOut">
              <a:rPr lang="es-ES" smtClean="0"/>
              <a:t>09/09/14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194BE-BCA5-644D-9287-A5926B2583B7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150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smtClean="0"/>
              <a:t>Spain</a:t>
            </a:r>
            <a:endParaRPr lang="en-GB" noProof="0"/>
          </a:p>
        </p:txBody>
      </p:sp>
      <p:sp>
        <p:nvSpPr>
          <p:cNvPr id="13" name="Marcador de contenido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" y="125742"/>
            <a:ext cx="9144000" cy="660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3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 smtClean="0"/>
              <a:t>Federation of catalogues in </a:t>
            </a:r>
            <a:r>
              <a:rPr lang="en-GB" noProof="0" dirty="0" err="1" smtClean="0"/>
              <a:t>datos.gob.es</a:t>
            </a:r>
            <a:endParaRPr lang="en-GB" noProof="0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rcRect t="16473" b="1647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13137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</Words>
  <Application>Microsoft Macintosh PowerPoint</Application>
  <PresentationFormat>Presentación en pantalla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Spain</vt:lpstr>
      <vt:lpstr>Federation of catalogues in datos.gob.es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Spain</dc:title>
  <dc:creator>martin</dc:creator>
  <cp:lastModifiedBy>martin</cp:lastModifiedBy>
  <cp:revision>3</cp:revision>
  <dcterms:created xsi:type="dcterms:W3CDTF">2014-09-09T17:15:33Z</dcterms:created>
  <dcterms:modified xsi:type="dcterms:W3CDTF">2014-09-09T17:30:13Z</dcterms:modified>
</cp:coreProperties>
</file>