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1D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 autoAdjust="0"/>
    <p:restoredTop sz="94717" autoAdjust="0"/>
  </p:normalViewPr>
  <p:slideViewPr>
    <p:cSldViewPr snapToGrid="0" snapToObjects="1">
      <p:cViewPr varScale="1">
        <p:scale>
          <a:sx n="88" d="100"/>
          <a:sy n="88" d="100"/>
        </p:scale>
        <p:origin x="-1664" y="-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3/12/14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019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3/12/14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933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3/12/14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52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3/12/14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301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3/12/14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940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3/12/14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67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3/12/14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128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3/12/14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116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3/12/14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574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3/12/14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498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3/12/14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94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ECD78-3C8E-49F2-8FAB-59489D168ABB}" type="datetimeFigureOut">
              <a:rPr lang="en-US" smtClean="0"/>
              <a:t>3/12/14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56013-B943-42BA-886F-6F9D4EB85E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112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1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64" y="2476500"/>
            <a:ext cx="7696200" cy="1905000"/>
          </a:xfrm>
          <a:prstGeom prst="rect">
            <a:avLst/>
          </a:prstGeom>
        </p:spPr>
      </p:pic>
      <p:pic>
        <p:nvPicPr>
          <p:cNvPr id="3" name="Imagen 2" descr="CTIC_CT-W3C_blanc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299" y="6203224"/>
            <a:ext cx="2034797" cy="56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2645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1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TIC_CT-W3C_blanc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299" y="6203224"/>
            <a:ext cx="2034797" cy="56183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3600"/>
            <a:ext cx="9144000" cy="512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9014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1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TIC_CT-W3C_blanc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299" y="6203224"/>
            <a:ext cx="2034797" cy="56183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0900"/>
            <a:ext cx="9144000" cy="515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5916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1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TIC_CT-W3C_blanc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299" y="6203224"/>
            <a:ext cx="2034797" cy="561836"/>
          </a:xfrm>
          <a:prstGeom prst="rect">
            <a:avLst/>
          </a:prstGeom>
        </p:spPr>
      </p:pic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smtClean="0"/>
              <a:t>Open Data Lab Gij</a:t>
            </a:r>
            <a:r>
              <a:rPr lang="en-GB" noProof="0" smtClean="0"/>
              <a:t>ón</a:t>
            </a:r>
            <a:endParaRPr lang="en-GB" noProof="0"/>
          </a:p>
        </p:txBody>
      </p:sp>
      <p:sp>
        <p:nvSpPr>
          <p:cNvPr id="8" name="Marcador de contenido 7"/>
          <p:cNvSpPr>
            <a:spLocks noGrp="1"/>
          </p:cNvSpPr>
          <p:nvPr>
            <p:ph idx="1"/>
          </p:nvPr>
        </p:nvSpPr>
        <p:spPr>
          <a:xfrm>
            <a:off x="457200" y="1600200"/>
            <a:ext cx="8562896" cy="4525963"/>
          </a:xfrm>
        </p:spPr>
        <p:txBody>
          <a:bodyPr/>
          <a:lstStyle/>
          <a:p>
            <a:pPr marL="0" indent="0">
              <a:buNone/>
            </a:pPr>
            <a:r>
              <a:rPr lang="en-GB" noProof="0" smtClean="0"/>
              <a:t>3 winner projects</a:t>
            </a:r>
          </a:p>
          <a:p>
            <a:pPr marL="0" indent="0">
              <a:buNone/>
            </a:pPr>
            <a:r>
              <a:rPr lang="en-GB" noProof="0" smtClean="0"/>
              <a:t>3 months</a:t>
            </a:r>
          </a:p>
          <a:p>
            <a:endParaRPr lang="en-GB" noProof="0" smtClean="0"/>
          </a:p>
          <a:p>
            <a:pPr marL="0" indent="0">
              <a:buNone/>
            </a:pPr>
            <a:r>
              <a:rPr lang="en-GB" noProof="0" smtClean="0"/>
              <a:t>App Development based on local Open Data</a:t>
            </a:r>
          </a:p>
          <a:p>
            <a:pPr marL="0" indent="0">
              <a:buNone/>
            </a:pPr>
            <a:r>
              <a:rPr lang="en-GB" noProof="0" smtClean="0"/>
              <a:t>Team hosted by CTIC &amp; Gij</a:t>
            </a:r>
            <a:r>
              <a:rPr lang="en-GB" noProof="0" smtClean="0"/>
              <a:t>ón </a:t>
            </a:r>
            <a:r>
              <a:rPr lang="en-GB" noProof="0" smtClean="0"/>
              <a:t>City Council</a:t>
            </a:r>
          </a:p>
          <a:p>
            <a:pPr lvl="1"/>
            <a:r>
              <a:rPr lang="en-GB" sz="2400" noProof="0" smtClean="0"/>
              <a:t>Infrastructure</a:t>
            </a:r>
            <a:endParaRPr lang="en-GB" noProof="0" smtClean="0"/>
          </a:p>
          <a:p>
            <a:pPr lvl="1"/>
            <a:r>
              <a:rPr lang="en-GB" sz="2400" noProof="0" smtClean="0"/>
              <a:t>Advise: technical + strategical +  business development</a:t>
            </a:r>
          </a:p>
        </p:txBody>
      </p:sp>
    </p:spTree>
    <p:extLst>
      <p:ext uri="{BB962C8B-B14F-4D97-AF65-F5344CB8AC3E}">
        <p14:creationId xmlns:p14="http://schemas.microsoft.com/office/powerpoint/2010/main" val="23804559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1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bg1">
                    <a:lumMod val="50000"/>
                    <a:lumOff val="50000"/>
                  </a:schemeClr>
                </a:solidFill>
              </a:rPr>
              <a:t>Open Data </a:t>
            </a:r>
            <a:r>
              <a:rPr lang="en-GB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Startups</a:t>
            </a:r>
            <a:r>
              <a:rPr lang="en-GB" dirty="0">
                <a:solidFill>
                  <a:schemeClr val="bg1">
                    <a:lumMod val="50000"/>
                    <a:lumOff val="50000"/>
                  </a:schemeClr>
                </a:solidFill>
              </a:rPr>
              <a:t>: </a:t>
            </a:r>
            <a:r>
              <a:rPr lang="en-GB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Catalyzing</a:t>
            </a:r>
            <a:r>
              <a:rPr lang="en-GB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open data demand for commercial usage</a:t>
            </a:r>
            <a:endParaRPr lang="en-GB" noProof="0" dirty="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Marcador de contenido 7"/>
          <p:cNvSpPr>
            <a:spLocks noGrp="1"/>
          </p:cNvSpPr>
          <p:nvPr>
            <p:ph idx="1"/>
          </p:nvPr>
        </p:nvSpPr>
        <p:spPr>
          <a:xfrm>
            <a:off x="457200" y="1600200"/>
            <a:ext cx="8562896" cy="452596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4400" noProof="0" dirty="0" smtClean="0"/>
              <a:t>What X is the thing that should be done to publish or reuse PSI?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4400" noProof="0" dirty="0" smtClean="0"/>
              <a:t>Why does X facilitate the publication or reuse of PSI?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4400" noProof="0" dirty="0" smtClean="0"/>
              <a:t>How can one achieve X and how can you measure or test it?</a:t>
            </a:r>
          </a:p>
        </p:txBody>
      </p:sp>
    </p:spTree>
    <p:extLst>
      <p:ext uri="{BB962C8B-B14F-4D97-AF65-F5344CB8AC3E}">
        <p14:creationId xmlns:p14="http://schemas.microsoft.com/office/powerpoint/2010/main" val="32485403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Black">
  <a:themeElements>
    <a:clrScheme name="Brisa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 Negro .thmx</Template>
  <TotalTime>203</TotalTime>
  <Words>84</Words>
  <Application>Microsoft Macintosh PowerPoint</Application>
  <PresentationFormat>Presentación en pantalla (4:3)</PresentationFormat>
  <Paragraphs>12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6" baseType="lpstr">
      <vt:lpstr>Black</vt:lpstr>
      <vt:lpstr>Presentación de PowerPoint</vt:lpstr>
      <vt:lpstr>Presentación de PowerPoint</vt:lpstr>
      <vt:lpstr>Presentación de PowerPoint</vt:lpstr>
      <vt:lpstr>Open Data Lab Gijón</vt:lpstr>
      <vt:lpstr>Open Data Startups: Catalyzing open data demand for commercial usage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martin</dc:creator>
  <cp:lastModifiedBy>martin</cp:lastModifiedBy>
  <cp:revision>11</cp:revision>
  <dcterms:created xsi:type="dcterms:W3CDTF">2014-12-03T08:15:53Z</dcterms:created>
  <dcterms:modified xsi:type="dcterms:W3CDTF">2014-12-03T11:40:08Z</dcterms:modified>
</cp:coreProperties>
</file>